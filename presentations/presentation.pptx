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8872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Post-Mortem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2880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and Tool for Creating Detailed Incident Reports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3429000"/>
            <a:ext cx="4114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3611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Sinha  |  23FE10CSE00073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CSE3253 DevOps [PE6]  |  Semester VI (2025–2026)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03720" y="182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38912" cy="438912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9601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117957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 without a structured post-mortem process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764792"/>
            <a:ext cx="438912" cy="438912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17647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19842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the Incident Post-Mortem Generator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569464"/>
            <a:ext cx="438912" cy="438912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2569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25694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27889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Flask, PostgreSQL, Docker, Kubernetes, Jenkins, Nagios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374136"/>
            <a:ext cx="438912" cy="438912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33741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" y="33741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359359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all components connect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178808"/>
            <a:ext cx="438912" cy="438912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4178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" y="41788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439826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REST endpoints and what they do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960120"/>
            <a:ext cx="438912" cy="438912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960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85232" y="9601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85232" y="117957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9-stage Jenkins pipeline walkthrough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1764792"/>
            <a:ext cx="438912" cy="438912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0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85232" y="17647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85232" y="19842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Nagios health checks and alert setup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2569464"/>
            <a:ext cx="438912" cy="438912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54880" y="2569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85232" y="25694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85232" y="27889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MTTR, PDF export, metrics dashboard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374136"/>
            <a:ext cx="438912" cy="438912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54880" y="33741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85232" y="33741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85232" y="359359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 flow — create incident → post-mortem → PDF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4178808"/>
            <a:ext cx="438912" cy="438912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754880" y="4178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85232" y="41788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85232" y="439826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broke and what we learned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02336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39319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Tool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44752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Post-mortems written in random Google Docs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format — every report looks different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written but never tracked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incidents repeat because lessons are forgotten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asks for MTTR — nobody knows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historical record of past incidents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960120"/>
            <a:ext cx="402336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960120"/>
            <a:ext cx="39319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444752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downtime from unresolved root causes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waste hours recreating incident timelines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to improve reliability (SLAs at risk)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team members lack institutional knowledge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trails missing for compliance requirements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culture of blame instead of learning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 API that standardizes how engineering teams document and learn from production incidents.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816352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08760"/>
            <a:ext cx="64008" cy="1417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Tracking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0624" y="1892808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production incident with severity (P0–P3), timestamps, and status in a structured database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8688" y="1508760"/>
            <a:ext cx="2816352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508760"/>
            <a:ext cx="64008" cy="1417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364992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 Reports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64992" y="1892808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structured reports with root cause, timeline, action items, and lessons learned — all in one place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63056" y="1508760"/>
            <a:ext cx="2816352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1508760"/>
            <a:ext cx="64008" cy="1417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1892808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a professionally formatted PDF report ready to share with management or clients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081528"/>
            <a:ext cx="2816352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81528"/>
            <a:ext cx="64008" cy="1417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" y="3172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Calculation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0624" y="3465576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compute Mean Time To Recovery for every resolved incident — a key SRE reliability metric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18688" y="3081528"/>
            <a:ext cx="2816352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18688" y="3081528"/>
            <a:ext cx="64008" cy="1417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3364992" y="3172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Dashboard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64992" y="3465576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API endpoint shows total incidents by severity and average MTTR across all resolved incidents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63056" y="3081528"/>
            <a:ext cx="2816352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63056" y="3081528"/>
            <a:ext cx="64008" cy="1417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3172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DevOps Pipeline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3465576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with Docker, orchestrated via Kubernetes, deployed by Jenkins, monitored by Nagios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406908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4389120"/>
              </a:tblGrid>
              <a:tr h="369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/ 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3.11 + Flask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 framework — lightweight, blueprint-based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DB with JSON column support for timelines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0F7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(in-memory)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isolated unit testing with no external DB needed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Generation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ReportLab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Pure-Python PDF creation for post-mortem export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0F7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+ Compose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 environment across dev, staging, production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 deployments, health probes, auto-healing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0F7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Jenkins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9-stage automated pipeline with manual production 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health checks + PostgreSQL TCP 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0F7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Scanning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image CVE scanning on every build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+ GitHub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management with conventional commit strategy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1828800" cy="68580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182880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97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/ Postman / Browser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2148840"/>
            <a:ext cx="1828800" cy="68580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148840"/>
            <a:ext cx="18288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240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CI/CD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25146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9-stage pipeline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3291840"/>
            <a:ext cx="1828800" cy="68580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3291840"/>
            <a:ext cx="18288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3383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Nagios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" y="36576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monitoring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20440" y="1691640"/>
            <a:ext cx="2103120" cy="914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20440" y="1691640"/>
            <a:ext cx="210312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17830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11880" y="20574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routes.py · models.py · utils.py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2280" y="1005840"/>
            <a:ext cx="2103120" cy="68580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1005840"/>
            <a:ext cx="210312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1097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03720" y="1371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+ postmortems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12280" y="2148840"/>
            <a:ext cx="2103120" cy="68580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12280" y="2148840"/>
            <a:ext cx="210312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03720" y="2514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replicas + load balancer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12280" y="3291840"/>
            <a:ext cx="2103120" cy="68580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12280" y="3291840"/>
            <a:ext cx="210312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6903720" y="3383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Reports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03720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export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057400" y="1344168"/>
            <a:ext cx="14630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94560" y="117043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23560" y="1965960"/>
            <a:ext cx="11887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178308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23560" y="2487168"/>
            <a:ext cx="118872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23560" y="3291840"/>
            <a:ext cx="11887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57400" y="2487168"/>
            <a:ext cx="1463040" cy="-338328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2057400" y="3630168"/>
            <a:ext cx="1463040" cy="-100584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274320" y="4709160"/>
            <a:ext cx="201168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1" name="Text 39"/>
          <p:cNvSpPr/>
          <p:nvPr/>
        </p:nvSpPr>
        <p:spPr>
          <a:xfrm>
            <a:off x="530352" y="4681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Traffic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468880" y="4709160"/>
            <a:ext cx="201168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3" name="Text 41"/>
          <p:cNvSpPr/>
          <p:nvPr/>
        </p:nvSpPr>
        <p:spPr>
          <a:xfrm>
            <a:off x="2724912" y="4681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Deploy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63440" y="4709160"/>
            <a:ext cx="201168" cy="2011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5" name="Text 43"/>
          <p:cNvSpPr/>
          <p:nvPr/>
        </p:nvSpPr>
        <p:spPr>
          <a:xfrm>
            <a:off x="4919472" y="4681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Orchestration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58000" y="4709160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7114032" y="4681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/ Export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347472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950976"/>
            <a:ext cx="82296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9509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88720" y="914400"/>
            <a:ext cx="4389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77840" y="914400"/>
            <a:ext cx="32004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health check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289304"/>
            <a:ext cx="85953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292608" y="1325880"/>
            <a:ext cx="82296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325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289304"/>
            <a:ext cx="4389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/api/incidents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77840" y="1289304"/>
            <a:ext cx="32004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incidents (newest first)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664208"/>
            <a:ext cx="8595360" cy="347472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15" name="Shape 13"/>
          <p:cNvSpPr/>
          <p:nvPr/>
        </p:nvSpPr>
        <p:spPr>
          <a:xfrm>
            <a:off x="292608" y="1700784"/>
            <a:ext cx="82296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" y="17007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1664208"/>
            <a:ext cx="4389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/api/incidents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77840" y="1664208"/>
            <a:ext cx="32004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incident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039112"/>
            <a:ext cx="85953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292608" y="2075688"/>
            <a:ext cx="82296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" y="20756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2039112"/>
            <a:ext cx="4389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/api/incidents/:id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77840" y="2039112"/>
            <a:ext cx="32004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specific incident by ID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414016"/>
            <a:ext cx="8595360" cy="347472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25" name="Shape 23"/>
          <p:cNvSpPr/>
          <p:nvPr/>
        </p:nvSpPr>
        <p:spPr>
          <a:xfrm>
            <a:off x="292608" y="2450592"/>
            <a:ext cx="82296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292608" y="2450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88720" y="2414016"/>
            <a:ext cx="4389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/api/incidents/:id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77840" y="2414016"/>
            <a:ext cx="32004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incident (status, end time, etc.)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2788920"/>
            <a:ext cx="85953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292608" y="2825496"/>
            <a:ext cx="822960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28254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88720" y="2788920"/>
            <a:ext cx="4389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/api/incidents/:id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77840" y="2788920"/>
            <a:ext cx="32004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incident + its post-mortem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163824"/>
            <a:ext cx="8595360" cy="347472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35" name="Shape 33"/>
          <p:cNvSpPr/>
          <p:nvPr/>
        </p:nvSpPr>
        <p:spPr>
          <a:xfrm>
            <a:off x="292608" y="3200400"/>
            <a:ext cx="82296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292608" y="3200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88720" y="3163824"/>
            <a:ext cx="4389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/api/incidents/:id/postmortem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77840" y="3163824"/>
            <a:ext cx="32004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post-mortem for an incident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3538728"/>
            <a:ext cx="85953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292608" y="3575304"/>
            <a:ext cx="82296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292608" y="35753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88720" y="3538728"/>
            <a:ext cx="4389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/api/incidents/:id/postmortem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577840" y="3538728"/>
            <a:ext cx="32004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post-mortem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3913632"/>
            <a:ext cx="8595360" cy="347472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45" name="Shape 43"/>
          <p:cNvSpPr/>
          <p:nvPr/>
        </p:nvSpPr>
        <p:spPr>
          <a:xfrm>
            <a:off x="292608" y="3950208"/>
            <a:ext cx="82296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6" name="Text 44"/>
          <p:cNvSpPr/>
          <p:nvPr/>
        </p:nvSpPr>
        <p:spPr>
          <a:xfrm>
            <a:off x="292608" y="39502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88720" y="3913632"/>
            <a:ext cx="4389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/api/incidents/:id/postmortem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577840" y="3913632"/>
            <a:ext cx="32004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post-mortem fields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74320" y="4288536"/>
            <a:ext cx="85953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292608" y="4325112"/>
            <a:ext cx="82296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1" name="Text 49"/>
          <p:cNvSpPr/>
          <p:nvPr/>
        </p:nvSpPr>
        <p:spPr>
          <a:xfrm>
            <a:off x="292608" y="43251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188720" y="4288536"/>
            <a:ext cx="4389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/api/incidents/:id/postmortem/export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577840" y="4288536"/>
            <a:ext cx="32004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export PDF report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55" name="Shape 53"/>
          <p:cNvSpPr/>
          <p:nvPr/>
        </p:nvSpPr>
        <p:spPr>
          <a:xfrm>
            <a:off x="292608" y="4700016"/>
            <a:ext cx="82296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6" name="Text 54"/>
          <p:cNvSpPr/>
          <p:nvPr/>
        </p:nvSpPr>
        <p:spPr>
          <a:xfrm>
            <a:off x="292608" y="47000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188720" y="4663440"/>
            <a:ext cx="4389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/api/metrics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577840" y="4663440"/>
            <a:ext cx="32004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MTTR + incidents by severity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— Jenkins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22960" cy="96012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8229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064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399032"/>
            <a:ext cx="8229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97280" y="1531620"/>
            <a:ext cx="14859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45870" y="1051560"/>
            <a:ext cx="822960" cy="96012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245870" y="1051560"/>
            <a:ext cx="8229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245870" y="11064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45870" y="1399032"/>
            <a:ext cx="8229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Pylint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68830" y="1531620"/>
            <a:ext cx="14859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17420" y="1051560"/>
            <a:ext cx="822960" cy="96012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17420" y="1051560"/>
            <a:ext cx="8229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2217420" y="11064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217420" y="1399032"/>
            <a:ext cx="8229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040380" y="1531620"/>
            <a:ext cx="14859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88970" y="1051560"/>
            <a:ext cx="822960" cy="960120"/>
          </a:xfrm>
          <a:prstGeom prst="rect">
            <a:avLst/>
          </a:prstGeom>
          <a:solidFill>
            <a:srgbClr val="15803D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88970" y="1051560"/>
            <a:ext cx="8229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3188970" y="11064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188970" y="1399032"/>
            <a:ext cx="8229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011930" y="1531620"/>
            <a:ext cx="14859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60520" y="1051560"/>
            <a:ext cx="822960" cy="960120"/>
          </a:xfrm>
          <a:prstGeom prst="rect">
            <a:avLst/>
          </a:prstGeom>
          <a:solidFill>
            <a:srgbClr val="1D4ED8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60520" y="1051560"/>
            <a:ext cx="8229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4160520" y="11064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160520" y="1399032"/>
            <a:ext cx="8229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83480" y="1531620"/>
            <a:ext cx="14859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32070" y="1051560"/>
            <a:ext cx="822960" cy="960120"/>
          </a:xfrm>
          <a:prstGeom prst="rect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132070" y="1051560"/>
            <a:ext cx="8229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5132070" y="11064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32070" y="1399032"/>
            <a:ext cx="8229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55030" y="1531620"/>
            <a:ext cx="14859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03620" y="1051560"/>
            <a:ext cx="822960" cy="960120"/>
          </a:xfrm>
          <a:prstGeom prst="rect">
            <a:avLst/>
          </a:prstGeom>
          <a:solidFill>
            <a:srgbClr val="6D28D9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03620" y="1051560"/>
            <a:ext cx="8229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6103620" y="11064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103620" y="1399032"/>
            <a:ext cx="8229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926580" y="1531620"/>
            <a:ext cx="14859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75170" y="1051560"/>
            <a:ext cx="822960" cy="960120"/>
          </a:xfrm>
          <a:prstGeom prst="rect">
            <a:avLst/>
          </a:prstGeom>
          <a:solidFill>
            <a:srgbClr val="9D174D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075170" y="1051560"/>
            <a:ext cx="8229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1" name="Text 39"/>
          <p:cNvSpPr/>
          <p:nvPr/>
        </p:nvSpPr>
        <p:spPr>
          <a:xfrm>
            <a:off x="7075170" y="11064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75170" y="1399032"/>
            <a:ext cx="8229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898130" y="1531620"/>
            <a:ext cx="14859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46720" y="1051560"/>
            <a:ext cx="822960" cy="960120"/>
          </a:xfrm>
          <a:prstGeom prst="rect">
            <a:avLst/>
          </a:prstGeom>
          <a:solidFill>
            <a:srgbClr val="065F46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046720" y="1051560"/>
            <a:ext cx="8229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6" name="Text 44"/>
          <p:cNvSpPr/>
          <p:nvPr/>
        </p:nvSpPr>
        <p:spPr>
          <a:xfrm>
            <a:off x="8046720" y="11064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046720" y="1399032"/>
            <a:ext cx="8229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2240280"/>
            <a:ext cx="2084832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384048" y="2304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384048" y="2596896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Pylint enforces ≥7.0 score — fails build if code quality drops below threshold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487168" y="2240280"/>
            <a:ext cx="2084832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2596896" y="2304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2596896" y="2596896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with --cov ensures ≥85% coverage; JUnit XML report published in Jenkins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700016" y="2240280"/>
            <a:ext cx="2084832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809744" y="2304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4809744" y="2596896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scans the Docker image for HIGH/CRITICAL CVEs before any deployment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912864" y="2240280"/>
            <a:ext cx="2084832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7022592" y="2304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Gate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7022592" y="2596896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8 pauses and requires manual approval before pushing to production Kubernetes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74320" y="34015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Automated email notifications sent to team on pipeline success or failure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 &amp; Orchestration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023360" cy="38404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" y="960120"/>
            <a:ext cx="3913632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444752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3.11-slim base image — minimal attack surface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appuser for container security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WSGI server with 3 worker processes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runs App + PostgreSQL + Nagios together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healthcheck before app starts (depends_on)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for persistent data and log storage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40233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960120"/>
            <a:ext cx="4023360" cy="38404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0" name="Text 8"/>
          <p:cNvSpPr/>
          <p:nvPr/>
        </p:nvSpPr>
        <p:spPr>
          <a:xfrm>
            <a:off x="4901184" y="960120"/>
            <a:ext cx="3913632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1444752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replicas — ensures high availability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 strategy — zero downtime deployments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probe — traffic only after app is ready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probe — auto-restarts unhealthy pods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 for non-secret environment variables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LoadBalancer service — exposes app externally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— Nagios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169164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1463040"/>
                <a:gridCol w="2560320"/>
              </a:tblGrid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 Monitored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Interval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Failure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Health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/health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alert if app is down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0F7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Incidents Endpoint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/api/incidents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if API is unreachable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TCP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TCP Port 5432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if database is unreachable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2834640"/>
            <a:ext cx="8595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2834640"/>
            <a:ext cx="859536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9260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Nagios?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3273552"/>
            <a:ext cx="82296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monitoring tool — lightweight, configurable, no cloud dependency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monitoring container ensures the app is watched independently of the app itself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Nagios runs at port 8081 alongside the app, checking every 2 minutes automatically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— MTTR &amp; PDF Export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02336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" y="960120"/>
            <a:ext cx="3913632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Calculation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444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Recovery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810512"/>
            <a:ext cx="3657600" cy="594360"/>
          </a:xfrm>
          <a:prstGeom prst="rect">
            <a:avLst/>
          </a:prstGeom>
          <a:solidFill>
            <a:srgbClr val="EBF0F7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81051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end_time − start_time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 minutes)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514600"/>
            <a:ext cx="37490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Auto-calculated on every PDF export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MTTR across all resolved incidents shown in /api/metrics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is a core DORA metric — measures team recovery speed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MTTR = more reliable, faster-responding team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960120"/>
            <a:ext cx="40233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960120"/>
            <a:ext cx="402336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901184" y="960120"/>
            <a:ext cx="3913632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83480" y="1444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/api/incidents/:id/postmortem/export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1828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contains: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2121408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block with incident metadata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Impact, Root Cause sections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timeline as a formatted table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with owner and due date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section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calculated and displayed prominently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47472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914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Containers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88920" y="950976"/>
            <a:ext cx="347472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950976"/>
            <a:ext cx="34290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up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9144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containers start: Flask app, PostgreSQL, Nagios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426464"/>
            <a:ext cx="347472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" y="14264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88920" y="1463040"/>
            <a:ext cx="347472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2834640" y="1463040"/>
            <a:ext cx="34290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/health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142646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app is live and responding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1938528"/>
            <a:ext cx="347472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1938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" y="1938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Incident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88920" y="1975104"/>
            <a:ext cx="347472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2834640" y="1975104"/>
            <a:ext cx="34290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/api/incidents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19385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 P1 incident with title, severity, start time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450592"/>
            <a:ext cx="347472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3232" y="24505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Incident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88920" y="2487168"/>
            <a:ext cx="347472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2834640" y="2487168"/>
            <a:ext cx="34290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/api/incidents/1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24505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status=resolved and end_time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962656"/>
            <a:ext cx="347472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3232" y="296265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Post-Mortem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88920" y="2999232"/>
            <a:ext cx="347472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Text 30"/>
          <p:cNvSpPr/>
          <p:nvPr/>
        </p:nvSpPr>
        <p:spPr>
          <a:xfrm>
            <a:off x="2834640" y="2999232"/>
            <a:ext cx="34290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/api/incidents/1/postmortem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29626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root cause, timeline, action items, lessons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3474720"/>
            <a:ext cx="347472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3474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13232" y="34747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788920" y="3511296"/>
            <a:ext cx="347472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Text 36"/>
          <p:cNvSpPr/>
          <p:nvPr/>
        </p:nvSpPr>
        <p:spPr>
          <a:xfrm>
            <a:off x="2834640" y="3511296"/>
            <a:ext cx="34290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/api/incidents/1/postmortem/export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34747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PDF with MTTR calculation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3986784"/>
            <a:ext cx="347472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3986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13232" y="39867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Metrics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788920" y="4023360"/>
            <a:ext cx="347472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Text 42"/>
          <p:cNvSpPr/>
          <p:nvPr/>
        </p:nvSpPr>
        <p:spPr>
          <a:xfrm>
            <a:off x="2834640" y="4023360"/>
            <a:ext cx="34290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/api/metrics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0" y="3986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incidents by severity + avg MTTR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74320" y="4498848"/>
            <a:ext cx="347472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4498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13232" y="44988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Nagios Dashboard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788920" y="4535424"/>
            <a:ext cx="347472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0" name="Text 48"/>
          <p:cNvSpPr/>
          <p:nvPr/>
        </p:nvSpPr>
        <p:spPr>
          <a:xfrm>
            <a:off x="2834640" y="4535424"/>
            <a:ext cx="34290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http://localhost:8081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00800" y="44988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service checks showing green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89611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149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1014984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cascade delete not working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45389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453896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cascade='all, delete-orphan' to the PostMortem backref — deleting an incident now removes its post-mortem automatically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929384"/>
            <a:ext cx="85953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929384"/>
            <a:ext cx="54864" cy="89611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9842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25880" y="1984248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couldn't render JSON arrays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42316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423160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timeline and action_items JSON arrays into ReportLab Table objects with proper headers — much cleaner output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98648"/>
            <a:ext cx="85953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98648"/>
            <a:ext cx="54864" cy="89611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953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25880" y="2953512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readiness probe failing at startup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39242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392424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initialDelaySeconds from 5s to 10s — Gunicorn workers need time to fully initialize before serving traffic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867912"/>
            <a:ext cx="85953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867912"/>
            <a:ext cx="54864" cy="89611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9227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25880" y="3922776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Nagios image didn't exist on Docker Hub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43616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436168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from nagios/nagios (non-existent) to jasonrivers/nagios — the correct community image for Nagios 4.x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Self Assessment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11680" cy="11887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2412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50592" y="960120"/>
            <a:ext cx="2011680" cy="118872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102412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450592" y="1691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Cases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26864" y="960120"/>
            <a:ext cx="2011680" cy="1188720"/>
          </a:xfrm>
          <a:prstGeom prst="rect">
            <a:avLst/>
          </a:prstGeom>
          <a:solidFill>
            <a:srgbClr val="6D28D9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102412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626864" y="1691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03136" y="960120"/>
            <a:ext cx="2011680" cy="118872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102412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803136" y="1691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86000"/>
          <a:ext cx="8595360" cy="265176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097280"/>
                <a:gridCol w="4389120"/>
              </a:tblGrid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Marks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Remarks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REST API, PDF export, MTTR, metrics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0F7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README, API docs, design doc, user guide completed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generation + MTTR adds real DevOps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F0F7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demo, structured walkthrough prepared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3310128"/>
            <a:ext cx="27432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429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Sinha  |  23FE10CSE00073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CSE3253 DevOps [PE6]  |  Semester VI (2025–2026)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github.com/cforcoder21/Devops_Project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Incident Post-Mortem Generator</dc:title>
  <dc:subject>PptxGenJS Presentation</dc:subject>
  <dc:creator>PptxGenJS</dc:creator>
  <cp:lastModifiedBy>PptxGenJS</cp:lastModifiedBy>
  <cp:revision>1</cp:revision>
  <dcterms:created xsi:type="dcterms:W3CDTF">2026-03-18T06:02:11Z</dcterms:created>
  <dcterms:modified xsi:type="dcterms:W3CDTF">2026-03-18T06:02:11Z</dcterms:modified>
</cp:coreProperties>
</file>